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9501187" cy="1333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sz="4350" b="1" i="0" u="none" dirty="0">
                <a:solidFill>
                  <a:srgbClr val="0F172A"/>
                </a:solidFill>
                <a:latin typeface="Plus Jakarta Sans"/>
              </a:rPr>
              <a:t>Intelligent Network Model for Secure &amp; Priority Data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750641"/>
            <a:ext cx="11049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An advanced simulation architecture integrating VLAN, QoS, ACL, and Network Access Control (NAC) for mission-critical healthcare systems.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84971"/>
            <a:ext cx="1857375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175" y="3584971"/>
            <a:ext cx="1666875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350" y="3584971"/>
            <a:ext cx="1333500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150" y="3584971"/>
            <a:ext cx="1562100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689746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5100" y="3689746"/>
            <a:ext cx="1333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3689746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4075" y="3689746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3751"/>
            <a:ext cx="5410200" cy="2746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93751"/>
            <a:ext cx="5410200" cy="2746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Core Infrastructure: VLAN &amp; QoS Architecture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689026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89126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1. VLAN-Based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70126"/>
            <a:ext cx="48196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Logically partitions hospital network nodes into isolated domains (ICU, Radiology, Administration, Guest) to curb broadcast domains, mitigate lateral movement risks, and restrict cross-department congestion.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2689026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5575" y="3489126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2. QoS-Based Traffic Prioritization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870126"/>
            <a:ext cx="48196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Applies specialized queueing policies and differentiated bandwidth allocation. Life-critical telemetry streams and emergency alerts receive priority routing over routine administrative web traffic, minimizing delay.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841426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2841426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3751"/>
            <a:ext cx="5410200" cy="2746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93751"/>
            <a:ext cx="5410200" cy="2746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Security &amp; Access Control Enforcement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689026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89126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3. ACL-Based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70126"/>
            <a:ext cx="48196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Enforces packet-filtering rules at gateway routers and switch boundaries. Conditions check source/destination IP addresses and transport ports to block unauthorized inter-department workflows and attacks.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2689026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5575" y="3489126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4. IEEE 802.1X / Role-Based NAC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870126"/>
            <a:ext cx="48196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Acts as the edge gatekeeper via RADIUS integration. Profiles incoming medical IoT hardware (infusion pumps, monitors) and dynamically maps devices into correct VLAN compartments prior to network entry.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75" y="2841426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2841426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51757"/>
            <a:ext cx="5334000" cy="32306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Simulation Design &amp; Data Flow Workflow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51757"/>
            <a:ext cx="5334000" cy="3230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2151757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Data Collection: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Aggregates live simulated inputs from medical nodes (vital signs, patient records, imaging files).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890837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Policy Application: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Automatically routes telemetry through VLAN groupings, checks packet permission via ACL filters, and sets QoS queues.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904208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Animated Packet Transmission: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Visualizes packet flow with role-based display properties and dynamic speed variations.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643288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Performance Metrics: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Computes delivery time, packet success rate, end-to-end delay, and throughput efficiency.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85094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24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3754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76626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77466"/>
            <a:ext cx="5334000" cy="3779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Performance Evaluation &amp; Conclusion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77466"/>
            <a:ext cx="48863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1877466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Guaranteed Low Latency: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Critical ICU data paths maintain minimal jitter and zero packet drops even under high broadcast strain.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890837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Robust Defense-in-Depth: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Unauthorized access attempts are successfully dropped by ACL and NAC edge rules, preventing network compromise.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904208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Interactive Insights: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event-driven modular design provides real-time visibility into network conditions and transmission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917578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Establishes a scalable blueprint for next-generation smart hospital security and high-availability operations.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10804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24175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37545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50916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2987129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762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36552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75" y="3130004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https://dynamicmedia.eaton.com/is/image/eaton/eaton-earned-media-nvidia-data-center?wid=5000&amp;hei=5000&amp;fit=constrain,0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3375719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www.eaton.com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1323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75" y="3914775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https://www.kratosspace.com/-/media/k/co/25/a/data-centers-in-space.jpg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16049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www.kratosspace.com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408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Inter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V</cp:lastModifiedBy>
  <cp:revision>2</cp:revision>
  <dcterms:created xsi:type="dcterms:W3CDTF">2013-01-27T09:14:16Z</dcterms:created>
  <dcterms:modified xsi:type="dcterms:W3CDTF">2026-07-22T07:55:50Z</dcterms:modified>
  <cp:category/>
</cp:coreProperties>
</file>